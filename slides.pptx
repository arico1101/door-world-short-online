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38.png"/><Relationship Id="rId5" Type="http://schemas.openxmlformats.org/officeDocument/2006/relationships/image" Target="../media/image2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38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53578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54430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48262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594610"/>
            <a:ext cx="3808095" cy="2092642"/>
          </a:xfrm>
          <a:prstGeom prst="roundRect">
            <a:avLst>
              <a:gd name="adj" fmla="val 8111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42095" y="3873818"/>
            <a:ext cx="341947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78792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53578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5892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430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430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725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8262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262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558" y="2805112"/>
            <a:ext cx="349091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095" y="3230880"/>
            <a:ext cx="376237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2095" y="3873818"/>
            <a:ext cx="376237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57750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2091690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2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2095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13572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21392" y="3934778"/>
            <a:ext cx="6674168" cy="1343025"/>
          </a:xfrm>
          <a:prstGeom prst="roundRect">
            <a:avLst>
              <a:gd name="adj" fmla="val 14936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13572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55558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35642" y="3934778"/>
            <a:ext cx="7245668" cy="1400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46395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205263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7748"/>
            <a:ext cx="4194810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595" y="1027748"/>
            <a:ext cx="4194810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0" y="1027748"/>
            <a:ext cx="4194810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03320"/>
            <a:ext cx="4194810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595" y="3703320"/>
            <a:ext cx="4194810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9710" y="3703320"/>
            <a:ext cx="4194810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535" y="1027748"/>
            <a:ext cx="8202930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" y="6647498"/>
            <a:ext cx="4023360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3〜4人で1チーム。その中で「ルームをつくる」係を1人決める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4905" y="6647498"/>
            <a:ext cx="4123372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進行役の画面に6文字が出る。チームに口で伝え、ほかの人は「ルームに参加」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6388" y="6647498"/>
            <a:ext cx="40909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全員そろっても「ゲーム開始」はまだ押さない。⚠️のチェックボックスは触らない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4" name="Picture 13" descr="ea481504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b21aaf87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dadcd76f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0250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42235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0378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63440"/>
            <a:ext cx="5157788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0250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36608"/>
            <a:ext cx="131730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0120" y="3586162"/>
            <a:ext cx="1265872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020378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3850958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人に見せない、隣をのぞかない。誰にどれが配られたかは最後まで秘密です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5170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同じページを開き直せば復帰できます。ただし開始後の途中参加はできません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2820" y="4757738"/>
            <a:ext cx="492633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2139315"/>
            <a:ext cx="194310" cy="194310"/>
          </a:xfrm>
          <a:prstGeom prst="rect">
            <a:avLst/>
          </a:prstGeom>
        </p:spPr>
      </p:pic>
      <p:pic>
        <p:nvPicPr>
          <p:cNvPr id="17" name="Picture 16" descr="a3e3bfe9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787265"/>
            <a:ext cx="178118" cy="178118"/>
          </a:xfrm>
          <a:prstGeom prst="rect">
            <a:avLst/>
          </a:prstGeom>
        </p:spPr>
      </p:pic>
      <p:pic>
        <p:nvPicPr>
          <p:cNvPr id="18" name="Picture 17" descr="1f11ed96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5" y="1027748"/>
            <a:ext cx="8438198" cy="5273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1027748"/>
            <a:ext cx="6194108" cy="4801552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130" y="1027748"/>
            <a:ext cx="6194108" cy="4801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89026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12795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89026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470" y="6647498"/>
            <a:ext cx="319659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カギがいくつ必要かは、ここでは分からない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4905" y="6647498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カギが足りなければ「このトビラは開かなかった」。カギの要らない道は必ず選べる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6388" y="6647498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そもそも中身が見えない。選ぶことすらできない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8" name="Picture 17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9" name="Picture 18" descr="5b29d22d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20" name="Picture 19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21" name="Picture 20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85135" y="5645468"/>
            <a:ext cx="7745730" cy="1606868"/>
          </a:xfrm>
          <a:prstGeom prst="roundRect">
            <a:avLst>
              <a:gd name="adj" fmla="val 12483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408" y="1027748"/>
            <a:ext cx="7195185" cy="4494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9385" y="5645468"/>
            <a:ext cx="8317230" cy="16640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38982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30855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319468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426720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38982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0182" y="319468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5490" y="3179445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182" y="426720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5490" y="425196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7109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7828" y="252793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77928"/>
            <a:ext cx="4133850" cy="974408"/>
          </a:xfrm>
          <a:prstGeom prst="roundRect">
            <a:avLst>
              <a:gd name="adj" fmla="val 126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630" y="1027748"/>
            <a:ext cx="8207692" cy="51263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" y="6647498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同数なら残ったお金。お金の多さでは決まらない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4905" y="6647498"/>
            <a:ext cx="333946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誰がどこに生まれていたのかが、ここで分かる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1602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6388" y="6647498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借りた人はまだ返し終わっていない。ゴールは、終わりではなかった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4038" y="6372225"/>
            <a:ext cx="390239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4" name="Picture 13" descr="8ece8238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eea51cc2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70" y="6401752"/>
            <a:ext cx="178118" cy="178118"/>
          </a:xfrm>
          <a:prstGeom prst="rect">
            <a:avLst/>
          </a:prstGeom>
        </p:spPr>
      </p:pic>
      <p:pic>
        <p:nvPicPr>
          <p:cNvPr id="16" name="Picture 15" descr="a33551a2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905" y="6401752"/>
            <a:ext cx="178118" cy="178118"/>
          </a:xfrm>
          <a:prstGeom prst="rect">
            <a:avLst/>
          </a:prstGeom>
        </p:spPr>
      </p:pic>
      <p:pic>
        <p:nvPicPr>
          <p:cNvPr id="17" name="Picture 16" descr="5baef69d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388" y="6401752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508" y="1027748"/>
            <a:ext cx="7118032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
      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598295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291840" y="3618548"/>
            <a:ext cx="160020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71148" y="3618548"/>
            <a:ext cx="2426018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75320" y="3618548"/>
            <a:ext cx="2148840" cy="1010602"/>
          </a:xfrm>
          <a:prstGeom prst="roundRect">
            <a:avLst>
              <a:gd name="adj" fmla="val 15268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106352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20690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598295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39328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707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707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4875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048" y="3618548"/>
            <a:ext cx="833438" cy="106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055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98695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118" y="173640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354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076450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0182" y="224028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13698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60182" y="3077528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33450"/>
          </a:xfrm>
          <a:prstGeom prst="roundRect">
            <a:avLst>
              <a:gd name="adj" fmla="val 1653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0182" y="414909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57775"/>
            <a:ext cx="11247120" cy="698182"/>
          </a:xfrm>
          <a:prstGeom prst="roundRect">
            <a:avLst>
              <a:gd name="adj" fmla="val 22100"/>
            </a:avLst>
          </a:prstGeom>
          <a:solidFill>
            <a:srgbClr val="FFFFFF"/>
          </a:solidFill>
          <a:ln w="9525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0182" y="522160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354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0182" y="224028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5490" y="2225040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182" y="3077528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5490" y="3062288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0182" y="414909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5490" y="4133850"/>
            <a:ext cx="1058322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182" y="522160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5490" y="5206365"/>
            <a:ext cx="1058322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9255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0" y="15744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