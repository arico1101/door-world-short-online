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38.png"/><Relationship Id="rId5" Type="http://schemas.openxmlformats.org/officeDocument/2006/relationships/image" Target="../media/image2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38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63390" y="3518535"/>
            <a:ext cx="51892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300" y="4509135"/>
            <a:ext cx="81524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4858" y="5093018"/>
            <a:ext cx="15097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4610" y="5093018"/>
            <a:ext cx="16306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4378" y="5093018"/>
            <a:ext cx="12268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36932" y="1602105"/>
            <a:ext cx="23460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5058" y="2344102"/>
            <a:ext cx="60293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1725" y="2989898"/>
            <a:ext cx="596265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3628" y="3636645"/>
            <a:ext cx="61436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4105" y="4282440"/>
            <a:ext cx="60293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4580" y="4928235"/>
            <a:ext cx="613410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4115" y="5574982"/>
            <a:ext cx="523875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53578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54430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48262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42095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78792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75922" y="1953578"/>
            <a:ext cx="32670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5892" y="2805112"/>
            <a:ext cx="33766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430" y="3230880"/>
            <a:ext cx="36480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4430" y="3873818"/>
            <a:ext cx="36480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9725" y="2805112"/>
            <a:ext cx="33766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8262" y="3230880"/>
            <a:ext cx="36480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262" y="3873818"/>
            <a:ext cx="36480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3558" y="2805112"/>
            <a:ext cx="33766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2095" y="3230880"/>
            <a:ext cx="36480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2095" y="3873818"/>
            <a:ext cx="36480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0045" y="4857750"/>
            <a:ext cx="53749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760" y="2091690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430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2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2095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13572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21392" y="3934778"/>
            <a:ext cx="6674168" cy="1343025"/>
          </a:xfrm>
          <a:prstGeom prst="roundRect">
            <a:avLst>
              <a:gd name="adj" fmla="val 14936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738812" y="1913572"/>
            <a:ext cx="27412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7490" y="2555558"/>
            <a:ext cx="81610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3328" y="3934778"/>
            <a:ext cx="6545580" cy="1400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17532" y="5446395"/>
            <a:ext cx="74809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205263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7748"/>
            <a:ext cx="4194810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595" y="1027748"/>
            <a:ext cx="4194810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710" y="1027748"/>
            <a:ext cx="4194810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03320"/>
            <a:ext cx="4194810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0595" y="3703320"/>
            <a:ext cx="4194810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9710" y="3703320"/>
            <a:ext cx="4194810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7325" y="385762"/>
            <a:ext cx="36852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343275"/>
            <a:ext cx="29403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9245" y="3343275"/>
            <a:ext cx="29375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4518" y="3343275"/>
            <a:ext cx="34651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22" y="6019800"/>
            <a:ext cx="37442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3472" y="6019800"/>
            <a:ext cx="38700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18332" y="6019800"/>
            <a:ext cx="33766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7462" y="6424612"/>
            <a:ext cx="86001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31168" y="1885950"/>
            <a:ext cx="31556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18498" y="2526982"/>
            <a:ext cx="72799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6650" y="4511040"/>
            <a:ext cx="63627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535" y="1027748"/>
            <a:ext cx="8202930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6458" y="385762"/>
            <a:ext cx="23269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1" name="Picture 10" descr="ea48150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b21aaf87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dadcd76f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0250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42235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0378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220652" y="2000250"/>
            <a:ext cx="37785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4715" y="3020378"/>
            <a:ext cx="2107882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4620" y="3850958"/>
            <a:ext cx="28670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4757738"/>
            <a:ext cx="48120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2820" y="4757738"/>
            <a:ext cx="48120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2" name="Picture 11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2139315"/>
            <a:ext cx="194310" cy="194310"/>
          </a:xfrm>
          <a:prstGeom prst="rect">
            <a:avLst/>
          </a:prstGeom>
        </p:spPr>
      </p:pic>
      <p:pic>
        <p:nvPicPr>
          <p:cNvPr id="13" name="Picture 12" descr="a3e3b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4787265"/>
            <a:ext cx="178118" cy="178118"/>
          </a:xfrm>
          <a:prstGeom prst="rect">
            <a:avLst/>
          </a:prstGeom>
        </p:spPr>
      </p:pic>
      <p:pic>
        <p:nvPicPr>
          <p:cNvPr id="14" name="Picture 13" descr="1f11ed96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5" y="1027748"/>
            <a:ext cx="8438198" cy="5273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60670" y="385762"/>
            <a:ext cx="34975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4705" y="6424612"/>
            <a:ext cx="70075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96000" y="2403158"/>
            <a:ext cx="20259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8298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0984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7712" y="4957762"/>
            <a:ext cx="46015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" y="1027748"/>
            <a:ext cx="6194108" cy="4801552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130" y="1027748"/>
            <a:ext cx="6194108" cy="4801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38712" y="385762"/>
            <a:ext cx="43414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5110" y="5890260"/>
            <a:ext cx="13954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9395" y="3312795"/>
            <a:ext cx="5372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73490" y="5890260"/>
            <a:ext cx="27193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1602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4038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5" name="Picture 14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7" name="Picture 16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8" name="Picture 17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85135" y="5645468"/>
            <a:ext cx="7745730" cy="1606868"/>
          </a:xfrm>
          <a:prstGeom prst="roundRect">
            <a:avLst>
              <a:gd name="adj" fmla="val 1248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408" y="1027748"/>
            <a:ext cx="7195185" cy="4494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27345" y="385762"/>
            <a:ext cx="33632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7070" y="5645468"/>
            <a:ext cx="7617142" cy="16640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38982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30855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319468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426720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34990" y="2389822"/>
            <a:ext cx="29489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4488" y="3194685"/>
            <a:ext cx="460058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490" y="3179445"/>
            <a:ext cx="104689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0678" y="4267200"/>
            <a:ext cx="462915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490" y="4251960"/>
            <a:ext cx="104689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4820" y="4971098"/>
            <a:ext cx="51663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7828" y="252793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56972" y="2001202"/>
            <a:ext cx="17040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3512" y="2643188"/>
            <a:ext cx="32280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8142" y="4124325"/>
            <a:ext cx="1139190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37822" y="4124325"/>
            <a:ext cx="1139190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7502" y="4124325"/>
            <a:ext cx="842010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0002" y="4124325"/>
            <a:ext cx="870585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20125" y="4124325"/>
            <a:ext cx="1139190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8050" y="4711065"/>
            <a:ext cx="26974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618" y="4711065"/>
            <a:ext cx="18869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1560" y="4711065"/>
            <a:ext cx="20364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372" y="5373052"/>
            <a:ext cx="8972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630" y="1027748"/>
            <a:ext cx="8207692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34990" y="385762"/>
            <a:ext cx="29489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1" name="Picture 10" descr="8ece8238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eea51cc2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a33551a2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5baef69d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508" y="1027748"/>
            <a:ext cx="7118032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34990" y="385762"/>
            <a:ext cx="29489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622" y="5597842"/>
            <a:ext cx="98498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41758" y="2467928"/>
            <a:ext cx="109347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3658" y="3093720"/>
            <a:ext cx="85286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0990" y="4892992"/>
            <a:ext cx="57330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38900" y="2467928"/>
            <a:ext cx="110013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9858" y="3093720"/>
            <a:ext cx="83762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6865" y="4892992"/>
            <a:ext cx="31603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36042" y="2467928"/>
            <a:ext cx="1105852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9900" y="3093720"/>
            <a:ext cx="76971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2492" y="4892992"/>
            <a:ext cx="45491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35090" y="2467928"/>
            <a:ext cx="110871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79445" y="3093720"/>
            <a:ext cx="73580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91175" y="4892992"/>
            <a:ext cx="27717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36995" y="2467928"/>
            <a:ext cx="11039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57625" y="3093720"/>
            <a:ext cx="59997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2492" y="4892992"/>
            <a:ext cx="45491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598295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291840" y="3618548"/>
            <a:ext cx="160020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71148" y="3618548"/>
            <a:ext cx="2426018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75320" y="3618548"/>
            <a:ext cx="214884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106352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20690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50280" y="1598295"/>
            <a:ext cx="21193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0568" y="2239328"/>
            <a:ext cx="46358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2332" y="4215765"/>
            <a:ext cx="134302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6325" y="3618548"/>
            <a:ext cx="4905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7830" y="4215765"/>
            <a:ext cx="21726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498" y="3618548"/>
            <a:ext cx="4905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2002" y="4215765"/>
            <a:ext cx="18954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4205" y="4798695"/>
            <a:ext cx="73885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118" y="173640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354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07645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224028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13698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3077528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60182" y="414909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57775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60182" y="522160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38812" y="1435418"/>
            <a:ext cx="27412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4488" y="2240280"/>
            <a:ext cx="460058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490" y="2225040"/>
            <a:ext cx="104689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0678" y="3077528"/>
            <a:ext cx="462915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490" y="3062288"/>
            <a:ext cx="104689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7820" y="4149090"/>
            <a:ext cx="46577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5490" y="4133850"/>
            <a:ext cx="104689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6868" y="5221605"/>
            <a:ext cx="467678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490" y="5206365"/>
            <a:ext cx="104689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0780" y="5925502"/>
            <a:ext cx="88534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15744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42635" y="2394585"/>
            <a:ext cx="25336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8528" y="3036570"/>
            <a:ext cx="67989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7090" y="4415790"/>
            <a:ext cx="69408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3008" y="2127885"/>
            <a:ext cx="41929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6080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2195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5794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4718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7160" y="4682490"/>
            <a:ext cx="58226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24475" y="2187892"/>
            <a:ext cx="3570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9560" y="2829878"/>
            <a:ext cx="55168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4135" y="4209098"/>
            <a:ext cx="85077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973830" y="3676650"/>
            <a:ext cx="57692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93882" y="4537710"/>
            <a:ext cx="49272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