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タイトル</a:t>
            </a:r>
          </a:p>
          <a:p/>
          <a:p>
            <a:r>
              <a:t>【開場中〜開始まで出しておく待機画面】</a:t>
            </a:r>
          </a:p>
          <a:p/>
          <a:p>
            <a:r>
              <a:t>こんにちは。今日はみなさんに、あるゲームを遊んでもらいます。</a:t>
            </a:r>
          </a:p>
          <a:p>
            <a:r>
              <a:t>「トビラ せかい版」。世界のどこかに生まれて、6歳から25歳までの19年間を歩く人生ゲームです。</a:t>
            </a:r>
          </a:p>
          <a:p>
            <a:r>
              <a:t>3〜4人のチームで、ひとり1台の端末を使います。プレイ時間は25分。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 今日の流れ（90分）</a:t>
            </a:r>
          </a:p>
          <a:p/>
          <a:p>
            <a:r>
              <a:t>流れです。まず12分で、このゲームが何を体験するものかを説明します。</a:t>
            </a:r>
          </a:p>
          <a:p>
            <a:r>
              <a:t>ルール説明が11分、プレイが25分。そのあと27分かけて全員で振り返ります。</a:t>
            </a:r>
          </a:p>
          <a:p>
            <a:r>
              <a:t>最後の15分は、みなさんに「つくる側」として意見をもらう時間です。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 3つの世界の「朝」</a:t>
            </a:r>
          </a:p>
          <a:p/>
          <a:p>
            <a:r>
              <a:t>まず、3つの世界の、朝の風景から見てください。</a:t>
            </a:r>
          </a:p>
          <a:p/>
          <a:p>
            <a:r>
              <a:t>欧米。スクールバスで10分。朝食はシリアルとオレンジジュース。</a:t>
            </a:r>
          </a:p>
          <a:p>
            <a:r>
              <a:t>日本。7時に起きて電車で20分。コンビニに寄る余裕もある。</a:t>
            </a:r>
          </a:p>
          <a:p>
            <a:r>
              <a:t>ウガンダ。5時起き。水くみに1時間、畑を手伝ってから、5km歩いて学校へ。</a:t>
            </a:r>
          </a:p>
          <a:p/>
          <a:p>
            <a:r>
              <a:t>同じ「学校に行く」でも、そこに至るまでが違う。</a:t>
            </a:r>
          </a:p>
          <a:p>
            <a:r>
              <a:t>そしてこの差が、そのままゲームの数字になっています。</a:t>
            </a:r>
          </a:p>
          <a:p/>
          <a:p>
            <a:r>
              <a:t>【ここが掴み。数字（初期資金・基本給）はまだ言わない——スライド5で見せる】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このゲームで起きること</a:t>
            </a:r>
          </a:p>
          <a:p/>
          <a:p>
            <a:r>
              <a:t>このゲームで起きるのは、これだけです。</a:t>
            </a:r>
          </a:p>
          <a:p/>
          <a:p>
            <a:r>
              <a:t>同じ盤面、同じサイコロ、同じルール。違うのは、生まれた場所だけ。</a:t>
            </a:r>
          </a:p>
          <a:p/>
          <a:p>
            <a:r>
              <a:t>説明ではなく、自分の手番でそれが起きます。</a:t>
            </a:r>
          </a:p>
          <a:p>
            <a:r>
              <a:t>その差が結果にどう出るかを、25分で一度通しておく。</a:t>
            </a:r>
          </a:p>
          <a:p/>
          <a:p>
            <a:r>
              <a:t>【学生募金の学生が相手なので、ここは正面から言ってよい。</a:t>
            </a:r>
          </a:p>
          <a:p>
            <a:r>
              <a:t>　ただし「努力すれば報われるが、どこでも同じではない」という結論は言わないこと——</a:t>
            </a:r>
          </a:p>
          <a:p>
            <a:r>
              <a:t>　振り返りの問い1がそれを聞く問いなので、ここで答えを配ると確認作業になる】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6つの家庭カード</a:t>
            </a:r>
          </a:p>
          <a:p/>
          <a:p>
            <a:r>
              <a:t>ゲームが始まると、自分の画面にだけカードが1枚配られます。この6種類のどれかです。</a:t>
            </a:r>
          </a:p>
          <a:p>
            <a:r>
              <a:t>ふつうは自分の1枚しか見られませんが、今日は先に6枚とも開けて見ていきます。</a:t>
            </a:r>
          </a:p>
          <a:p/>
          <a:p>
            <a:r>
              <a:t>カードに出るのは、物語と、いまの持ちものと、とくいだけ。</a:t>
            </a:r>
          </a:p>
          <a:p>
            <a:r>
              <a:t>下に書いた基本給と、★1つがいくらになるかは、画面のどこにも出ません。</a:t>
            </a:r>
          </a:p>
          <a:p>
            <a:r>
              <a:t>表に出ないまま、19年間ずっと効き続けます。</a:t>
            </a:r>
          </a:p>
          <a:p/>
          <a:p>
            <a:r>
              <a:t>見てほしいのは下の2枚です。おかねも基本給もまったく同じ。</a:t>
            </a:r>
          </a:p>
          <a:p>
            <a:r>
              <a:t>違うのは、支援を知っているかどうかだけ。</a:t>
            </a:r>
          </a:p>
          <a:p/>
          <a:p>
            <a:r>
              <a:t>【1枚ずつ読み上げない。下段の遺児2枚だけ指さして対比させる】</a:t>
            </a:r>
          </a:p>
          <a:p>
            <a:r>
              <a:t>【⚠️ カードから「基本給」「仕送り」の表示が外れた（2026-09-14 のゲーム更新 e02a3d7）。</a:t>
            </a:r>
          </a:p>
          <a:p>
            <a:r>
              <a:t>　数字を出すのはこのスライドと、スライド13だけ。 キャプションを必ず読み上げること】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 今日いちばん見てほしいこと</a:t>
            </a:r>
          </a:p>
          <a:p/>
          <a:p>
            <a:r>
              <a:t>だから、今日いちばん見てほしいのはこれです。</a:t>
            </a:r>
          </a:p>
          <a:p/>
          <a:p>
            <a:r>
              <a:t>カギが足りずに開けられないのと、扉があることすら知らないのは、まったく違う。</a:t>
            </a:r>
          </a:p>
          <a:p/>
          <a:p>
            <a:r>
              <a:t>どのチームにも、ウガンダの遺児の家庭が必ず1人入ります。</a:t>
            </a:r>
          </a:p>
          <a:p>
            <a:r>
              <a:t>その人に何が見えていて、何が見えていなかったか——ゲームが終わったら、全員で答え合わせをします。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まず、ゲームに入る</a:t>
            </a:r>
          </a:p>
          <a:p/>
          <a:p>
            <a:r>
              <a:t>チームに分かれてください。3〜4人で1チーム。近くの人と組んで構いません。</a:t>
            </a:r>
          </a:p>
          <a:p>
            <a:r>
              <a:t>チームの中で進行役を1人決めてください。ルームを作成する係です。</a:t>
            </a:r>
          </a:p>
          <a:p/>
          <a:p>
            <a:r>
              <a:t>進行役だけ、名前を入れて「ルームをつくる」。すると6文字のあいことばが出ます。</a:t>
            </a:r>
          </a:p>
          <a:p>
            <a:r>
              <a:t>それをチームに口で伝えて、ほかの人は名前とあいことばを入れて「ルームに参加」。</a:t>
            </a:r>
          </a:p>
          <a:p/>
          <a:p>
            <a:r>
              <a:t>進行役の画面にチーム全員がそろったら、まだ「ゲーム開始」は押さないでください。</a:t>
            </a:r>
          </a:p>
          <a:p>
            <a:r>
              <a:t>ルールを説明してから、一斉に始めます。</a:t>
            </a:r>
          </a:p>
          <a:p/>
          <a:p>
            <a:r>
              <a:t>ひとつだけ。進行役の画面に⚠️のついたチェックボックスがあります。今日は触らないでください。</a:t>
            </a:r>
          </a:p>
          <a:p/>
          <a:p>
            <a:r>
              <a:t>【「まだ押さない」は強めに。押されるとカードが配られて説明を聞かなくなる】</a:t>
            </a:r>
          </a:p>
          <a:p>
            <a:r>
              <a:t>【チェックボックス＝死別・干ばつイベント。この会では必ずOFF】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URL と、2つの約束</a:t>
            </a:r>
          </a:p>
          <a:p/>
          <a:p>
            <a:r>
              <a:t>このURL、またはQRコードに、全員アクセスしてください。</a:t>
            </a:r>
          </a:p>
          <a:p/>
          <a:p>
            <a:r>
              <a:t>遊ぶ前に2つだけ。家庭カードは自分の画面にしか出ません。人に見せない、隣をのぞかない。</a:t>
            </a:r>
          </a:p>
          <a:p>
            <a:r>
              <a:t>さっき6枚とも見せましたが、誰にどれが配られたかは、最後まで秘密です。</a:t>
            </a:r>
          </a:p>
          <a:p>
            <a:r>
              <a:t>それから、接続が切れても同じページを開き直せば戻れます。ただし開始後の途中参加はできません。</a:t>
            </a:r>
          </a:p>
          <a:p/>
          <a:p>
            <a:r>
              <a:t>【いちばん時間が溶けるところ。3分は見ておく。スタッフは各テーブルを回る】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盤面</a:t>
            </a:r>
          </a:p>
          <a:p/>
          <a:p>
            <a:r>
              <a:t>盤面は24マス。6歳から25歳までの19年間です。</a:t>
            </a:r>
          </a:p>
          <a:p/>
          <a:p>
            <a:r>
              <a:t>15歳まではサイコロを使いません。「一歩すすむ」で1マスずつ。人生の土台をつくる期間です。</a:t>
            </a:r>
          </a:p>
          <a:p>
            <a:r>
              <a:t>15歳の「進学のトビラ」からサイコロが始まります。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10. ゲームの流れ</a:t>
            </a:r>
          </a:p>
          <a:p/>
          <a:p>
            <a:r>
              <a:t>ここで一度、全体の形を見ておきます。くりかえすのは、この4つだけです。</a:t>
            </a:r>
          </a:p>
          <a:p/>
          <a:p>
            <a:r>
              <a:t>サイコロを転がす。止まったマスで、できごとが起きる。おかねと★まなびが動く。</a:t>
            </a:r>
          </a:p>
          <a:p>
            <a:r>
              <a:t>それを25歳まで続けて、ゴールしたときの♥ハッピーで順位が決まります。</a:t>
            </a:r>
          </a:p>
          <a:p/>
          <a:p>
            <a:r>
              <a:t>おかねも★まなびも、それ自体は順位になりません。</a:t>
            </a:r>
          </a:p>
          <a:p>
            <a:r>
              <a:t>何のためにためるのかは、あとで話します。</a:t>
            </a:r>
          </a:p>
          <a:p/>
          <a:p>
            <a:r>
              <a:t>【この1枚で形を見せておくと、次の「マスの種類」と「トビラ」が速くなる。</a:t>
            </a:r>
          </a:p>
          <a:p>
            <a:r>
              <a:t>　盤面（9枚目）とマスの種類（11枚目）は、ここで駆け足にしてよい】</a:t>
            </a:r>
          </a:p>
          <a:p>
            <a:r>
              <a:t>【♥が何かはここでは説明しない。14枚目で定義する】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11. マスの種類</a:t>
            </a:r>
          </a:p>
          <a:p/>
          <a:p>
            <a:r>
              <a:t>マスは6種類。</a:t>
            </a:r>
          </a:p>
          <a:p>
            <a:r>
              <a:t>おしごとは収入。しゅっぴは支出。できごとはカードを1枚引く。まなびは自分への投資、0円でも学べます。</a:t>
            </a:r>
          </a:p>
          <a:p>
            <a:r>
              <a:t>ピンクのトビラが人生の分岐点。19年間で6枚に出会います。</a:t>
            </a:r>
          </a:p>
          <a:p>
            <a:r>
              <a:t>緑のはなしあいは22歳にひとつだけ。ゲームを止めて、チームで話すマスです。数字は変わりません。</a:t>
            </a:r>
          </a:p>
          <a:p/>
          <a:p>
            <a:r>
              <a:t>どのマスも、止まったら画面が出て、OKを押すと次の人の番になります。</a:t>
            </a:r>
          </a:p>
          <a:p/>
          <a:p>
            <a:r>
              <a:t>画面の右上に、「進行」「音」「あそびかた」「じぶんのカード」のボタンがあります。</a:t>
            </a:r>
          </a:p>
          <a:p>
            <a:r>
              <a:t>音が出ます。うるさければ「音」で切ってください。</a:t>
            </a:r>
          </a:p>
          <a:p>
            <a:r>
              <a:t>ルールを忘れたら「あそびかた」、自分のカードを見返すときは「じぶんのカード」です。</a:t>
            </a:r>
          </a:p>
          <a:p/>
          <a:p>
            <a:r>
              <a:t>【「進行」は進行役だけに出る。手番とばしや参加者を外す操作なので、参加者には説明しなくてよい】</a:t>
            </a:r>
          </a:p>
          <a:p>
            <a:r>
              <a:t>【はなしあいは、いちばんにそこへ着いた人だけが止まる。止まらないチームが出るので、</a:t>
            </a:r>
          </a:p>
          <a:p>
            <a:r>
              <a:t>　プレイ中に全体が22歳あたりに来たら、進行役が一度声をかけて手を止めさせると確実】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12. トビラとカギ ★ここが核心</a:t>
            </a:r>
          </a:p>
          <a:p/>
          <a:p>
            <a:r>
              <a:t>ここがこのゲームの核心です。トビラでは道を選びます。画面を見てください。</a:t>
            </a:r>
          </a:p>
          <a:p/>
          <a:p>
            <a:r>
              <a:t>まず左。選択肢には名前しか出ません。 どれにカギがいくつ必要かは、ここでは分かりません。</a:t>
            </a:r>
          </a:p>
          <a:p/>
          <a:p>
            <a:r>
              <a:t>ひとつ選ぶと、右の確認画面になります。</a:t>
            </a:r>
          </a:p>
          <a:p>
            <a:r>
              <a:t>ここではじめてカギが出て、足りていれば開く。足りなければ——</a:t>
            </a:r>
          </a:p>
          <a:p>
            <a:r>
              <a:t>「カギが足りない……このトビラは開かなかった」と出て、ほかのトビラを選び直すことになります。</a:t>
            </a:r>
          </a:p>
          <a:p/>
          <a:p>
            <a:r>
              <a:t>カギの要らない道は、いつでも必ず選べます。詰むことはありません。</a:t>
            </a:r>
          </a:p>
          <a:p/>
          <a:p>
            <a:r>
              <a:t>そしてもうひとつ。？？？。これはそもそも中身が見えない。</a:t>
            </a:r>
          </a:p>
          <a:p>
            <a:r>
              <a:t>名前も分からないので、選ぶことすらできません。</a:t>
            </a:r>
          </a:p>
          <a:p/>
          <a:p>
            <a:r>
              <a:t>つまり——開けてみるまで、開くかどうか分からない。 これを覚えておいてください。</a:t>
            </a:r>
          </a:p>
          <a:p/>
          <a:p>
            <a:r>
              <a:t>【？？？が「なぜ見えないのか」はここでは説明しない。結果発表の種明かしが弱くなる】</a:t>
            </a:r>
          </a:p>
          <a:p>
            <a:r>
              <a:t>【⚠️ トビラの選び方が2段階になった（2026-09-14 のゲーム更新）。</a:t>
            </a:r>
          </a:p>
          <a:p>
            <a:r>
              <a:t>　以前のように一覧で🔒が見えることはもうない。「選んでから分かる」が新しい体験の芯】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13. 同じ★でも、入るお金がちがう</a:t>
            </a:r>
          </a:p>
          <a:p/>
          <a:p>
            <a:r>
              <a:t>おしごとのマスに止まると、この画面が出ます。計算はしなくていい——ゲームが自動で足します。</a:t>
            </a:r>
          </a:p>
          <a:p/>
          <a:p>
            <a:r>
              <a:t>見てほしいのは、入る金額が人によって違うことです。</a:t>
            </a:r>
          </a:p>
          <a:p>
            <a:r>
              <a:t>日本や欧米で育つと、★1つが10万。ウガンダで育つと、★1つは5万。</a:t>
            </a:r>
          </a:p>
          <a:p>
            <a:r>
              <a:t>はたらきはじめの基本給も、20万と10万で違います。</a:t>
            </a:r>
          </a:p>
          <a:p/>
          <a:p>
            <a:r>
              <a:t>この2つは生まれた場所で決まっていて、カードにも盤面にも出てきません。</a:t>
            </a:r>
          </a:p>
          <a:p>
            <a:r>
              <a:t>同じマスに止まって、同じ★を持っていても、入るお金は違う。</a:t>
            </a:r>
          </a:p>
          <a:p/>
          <a:p>
            <a:r>
              <a:t>【⚠️ おしごとのマスは飛びこされやすく、35%の人は一度も止まらない（README「この副作用は承知のうえ」）。</a:t>
            </a:r>
          </a:p>
          <a:p>
            <a:r>
              <a:t>　しかも 2026-09-14 にカードからも基本給が消えたので、このスライドとスライド5が唯一の情報源。</a:t>
            </a:r>
          </a:p>
          <a:p>
            <a:r>
              <a:t>　この1枚は飛ばさない】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14. 奨学金と、順位</a:t>
            </a:r>
          </a:p>
          <a:p/>
          <a:p>
            <a:r>
              <a:t>お金が足りないとき、奨学金という道があります。総額48万の貸与型。</a:t>
            </a:r>
          </a:p>
          <a:p>
            <a:r>
              <a:t>働くたびに6万ずつ返します。ただし——25歳では返し終わりません。</a:t>
            </a:r>
          </a:p>
          <a:p/>
          <a:p>
            <a:r>
              <a:t>最後に順位の話。順位を決めるのは、お金ではなく♥ハッピーの数です。</a:t>
            </a:r>
          </a:p>
          <a:p>
            <a:r>
              <a:t>♥とは——人生の選択肢を多く持ち、自分の意思で選べた回数のこと。</a:t>
            </a:r>
          </a:p>
          <a:p>
            <a:r>
              <a:t>おかねと★まなびは、そのための「カギ」。目的ではなく手段です。</a:t>
            </a:r>
          </a:p>
          <a:p/>
          <a:p>
            <a:r>
              <a:t>【⚠️「支援を知っている人は返済不要の奨学金に出会える」は言わないこと。</a:t>
            </a:r>
          </a:p>
          <a:p>
            <a:r>
              <a:t>　人によって見えている選択肢がちがうことを事前に明かすと、種明かしと問い3が弱くなる】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15. プレイタイム</a:t>
            </a:r>
          </a:p>
          <a:p/>
          <a:p>
            <a:r>
              <a:t>では始めましょう。進行役の人、「ゲーム開始」を押してください。</a:t>
            </a:r>
          </a:p>
          <a:p>
            <a:r>
              <a:t>カードが配られたら、まず自分のカードをよく読んでください。2〜3分とります。</a:t>
            </a:r>
          </a:p>
          <a:p/>
          <a:p>
            <a:r>
              <a:t>【スライドの「スタート」でタイマー開始。25分】</a:t>
            </a:r>
          </a:p>
          <a:p>
            <a:r>
              <a:t>【スタッフは会場を回り、次を見る：】</a:t>
            </a:r>
          </a:p>
          <a:p>
            <a:r>
              <a:t>- カードが配られたか／ひとりだけ入れていないチームがないか</a:t>
            </a:r>
          </a:p>
          <a:p>
            <a:r>
              <a:t>- OKの押し忘れで止まっていないか（自分の番なのにサイコロが押せない＝前の人のOK待ち）</a:t>
            </a:r>
          </a:p>
          <a:p>
            <a:r>
              <a:t>- ウガンダの遺児カードを引いた人の様子</a:t>
            </a:r>
          </a:p>
          <a:p>
            <a:r>
              <a:t>- 全体が22歳あたりに来たら、「はなしあい」で一度手を止めるよう声をかける</a:t>
            </a:r>
          </a:p>
          <a:p>
            <a:r>
              <a:t>- 早く終わったチーム → 結果画面の「ネタバラシ」「19年間のトビラ一覧」を先に見てもらう</a:t>
            </a:r>
          </a:p>
          <a:p>
            <a:r>
              <a:t>- 遅れているチーム → 残り5分で声をかけ、サイコロを速く回してもらう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16. 結果を全員で見る（3分）</a:t>
            </a:r>
          </a:p>
          <a:p/>
          <a:p>
            <a:r>
              <a:t>全員ゴールしましたね。まず結果画面を見ていきます。</a:t>
            </a:r>
          </a:p>
          <a:p/>
          <a:p>
            <a:r>
              <a:t>順位は♥の数。同数なら残ったお金です。</a:t>
            </a:r>
          </a:p>
          <a:p>
            <a:r>
              <a:t>そして家庭カードが公開されます。誰がどこに生まれていたのかが、ここで分かります。</a:t>
            </a:r>
          </a:p>
          <a:p>
            <a:r>
              <a:t>「25歳のいま」——それぞれのエンディングを、声に出して読んでみてください。</a:t>
            </a:r>
          </a:p>
          <a:p/>
          <a:p>
            <a:r>
              <a:t>奨学金を借りた人は「まだ◯◯万のこっている」と出ているはずです。ゴールは、終わりではなかった。</a:t>
            </a:r>
          </a:p>
          <a:p/>
          <a:p>
            <a:r>
              <a:t>【順位発表は1分で流していい。エンディングの読み上げに時間を使わせる】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17. 誰が、どの扉を選んだのか（7分）</a:t>
            </a:r>
          </a:p>
          <a:p/>
          <a:p>
            <a:r>
              <a:t>次が、このゲームの本体です。</a:t>
            </a:r>
          </a:p>
          <a:p>
            <a:r>
              <a:t>誰のネタバラシでも、自分の画面から開けます。 人に見せてもらう必要はありません。</a:t>
            </a:r>
          </a:p>
          <a:p>
            <a:r>
              <a:t>まず自分のぶんを開いてください。19年間に出会った扉が、全部ならびます。</a:t>
            </a:r>
          </a:p>
          <a:p/>
          <a:p>
            <a:r>
              <a:t>えらんだもの、開けられたもの、カギが足りなかったもの——そして、</a:t>
            </a:r>
          </a:p>
          <a:p>
            <a:r>
              <a:t>紫の行。これがゲーム中「？？？」だったものです。</a:t>
            </a:r>
          </a:p>
          <a:p>
            <a:r>
              <a:t>本当は何だったのかが、ここで初めて分かります。</a:t>
            </a:r>
          </a:p>
          <a:p/>
          <a:p>
            <a:r>
              <a:t>結果画面に戻ると、ひとりずつ「見えていなかった ◯」という数字が出ています。</a:t>
            </a:r>
          </a:p>
          <a:p>
            <a:r>
              <a:t>自分の数字を、声に出して読み上げてみてください。</a:t>
            </a:r>
          </a:p>
          <a:p/>
          <a:p>
            <a:r>
              <a:t>【ここに時間をいちばん使う。「見えていなかった◯枚」を全員が声に出すと、次の問い2がそのまま立つ】</a:t>
            </a:r>
          </a:p>
          <a:p>
            <a:r>
              <a:t>【「誰のぶんでも開ける」を必ず言うこと。 言わないと参加者は自分のぶんしか見ない】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18. 問い1 — かせぎの差</a:t>
            </a:r>
          </a:p>
          <a:p/>
          <a:p>
            <a:r>
              <a:t>ここから5つ、問いを出します。正解はありません。話したくないことは話さなくて大丈夫です。</a:t>
            </a:r>
          </a:p>
          <a:p/>
          <a:p>
            <a:r>
              <a:t>ひとつめ。結果画面で、★の数が近い人を2人さがしてください。</a:t>
            </a:r>
          </a:p>
          <a:p>
            <a:r>
              <a:t>おかねの増え方は、同じでしたか？</a:t>
            </a:r>
          </a:p>
          <a:p>
            <a:r>
              <a:t>それは、本人の努力のちがいだろうか？</a:t>
            </a:r>
          </a:p>
          <a:p/>
          <a:p>
            <a:r>
              <a:t>【1問あたり3分弱。時間が押していたら問い4から削る。問い2と問い3は残す】</a:t>
            </a:r>
          </a:p>
          <a:p>
            <a:r>
              <a:t>【引き出したい答え：基本給も★1つの値も生まれた場所で決まっていた。本人にはどうしようもなかった】</a:t>
            </a:r>
          </a:p>
          <a:p>
            <a:r>
              <a:t>【⚠️ 数字はスライド5と12にしかない。基本給20万と10万、★1つ10万と5万を口頭で添えること。</a:t>
            </a:r>
          </a:p>
          <a:p>
            <a:r>
              <a:t>　「家庭カードを思い出して」は言わない——2026-09-14 にカードから消えている】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19. 問い2 — 見えなかったトビラ</a:t>
            </a:r>
          </a:p>
          <a:p/>
          <a:p>
            <a:r>
              <a:t>自分のカードの「見えていなかった ◯」を読み上げてください。</a:t>
            </a:r>
          </a:p>
          <a:p>
            <a:r>
              <a:t>チームで数字がちがいます。何がその差をつくったのでしょう。</a:t>
            </a:r>
          </a:p>
          <a:p/>
          <a:p>
            <a:r>
              <a:t>【結果画面の帯グラフ、紫の部分の数字。全員が自分の画面で読める】</a:t>
            </a:r>
          </a:p>
          <a:p>
            <a:r>
              <a:t>【めぐまれた家庭にも見えなかった扉（支え合い系）がある。「見えない＝かわいそう」で終わらせない】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20. 問い3 — 遺児の子に見えていたもの</a:t>
            </a:r>
          </a:p>
          <a:p/>
          <a:p>
            <a:r>
              <a:t>ウガンダの遺児の家庭だった人のネタバラシを、全員が自分の画面で開いてください。</a:t>
            </a:r>
          </a:p>
          <a:p>
            <a:r>
              <a:t>その人には、何が「見えて」いましたか。それは、なぜでしょう。</a:t>
            </a:r>
          </a:p>
          <a:p/>
          <a:p>
            <a:r>
              <a:t>【答えの芯：支援と出会えた遺児には、奨学金・支援の扉がすべて見えていた。「出会い」自体が力になる】</a:t>
            </a:r>
          </a:p>
          <a:p>
            <a:r>
              <a:t>【本人に手を挙げてもらう必要はない。 全員が自分の端末で開く。当事者の負担を増やさないこと】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21. 問い4 — 今日持ってきたもの</a:t>
            </a:r>
          </a:p>
          <a:p/>
          <a:p>
            <a:r>
              <a:t>今日あなたが持ってきたもの——スマホ、無料の教科書、給食。</a:t>
            </a:r>
          </a:p>
          <a:p>
            <a:r>
              <a:t>それは、どの家庭カードの世界のものだったでしょうか。</a:t>
            </a:r>
          </a:p>
          <a:p/>
          <a:p>
            <a:r>
              <a:t>【導入の「3つの世界の朝」に戻る問い。自分の日常がどのカードの上にあるか】</a:t>
            </a:r>
          </a:p>
          <a:p>
            <a:r>
              <a:t>【時間が押していたら、ここを削る】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22. 問い5 — わたせるカギ</a:t>
            </a:r>
          </a:p>
          <a:p/>
          <a:p>
            <a:r>
              <a:t>最後です。日本にいる私たちが、世界の遺児にわたせる「カギ」って、何だと思いますか。</a:t>
            </a:r>
          </a:p>
          <a:p/>
          <a:p>
            <a:r>
              <a:t>【ここは答えを用意しない。次の2枚が、そのまま答えの一部になる】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23. ゲームから現実へ</a:t>
            </a:r>
          </a:p>
          <a:p/>
          <a:p>
            <a:r>
              <a:t>ゲームで起きていたことを並べます。</a:t>
            </a:r>
          </a:p>
          <a:p>
            <a:r>
              <a:t>生まれの差——初期資金と基本給が違った。</a:t>
            </a:r>
          </a:p>
          <a:p>
            <a:r>
              <a:t>それが見える世界の差になった——知っている支援、出会える情報が違った。</a:t>
            </a:r>
          </a:p>
          <a:p>
            <a:r>
              <a:t>そして実る場の差——同じ★を持っていても、かせぎが違った。</a:t>
            </a:r>
          </a:p>
          <a:p/>
          <a:p>
            <a:r>
              <a:t>学べば報われる、は、場が用意されている人の話です。</a:t>
            </a:r>
          </a:p>
          <a:p/>
          <a:p>
            <a:r>
              <a:t>この差は、次の世代の「生まれの差」になっていきます。</a:t>
            </a:r>
          </a:p>
          <a:p>
            <a:r>
              <a:t>ゲームで見た「？？？」も「カギ不足」も、いまの世界に実在します。</a:t>
            </a:r>
          </a:p>
          <a:p/>
          <a:p>
            <a:r>
              <a:t>【太字の一文が、旧問い2の中身。問いにせず、ここで言い切る】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24. だから、「支援」がある</a:t>
            </a:r>
          </a:p>
          <a:p/>
          <a:p>
            <a:r>
              <a:t>この連鎖は、本人の努力だけでは断ち切れません。だから世界には、遺児を支える仕組みと人がいます。</a:t>
            </a:r>
          </a:p>
          <a:p/>
          <a:p>
            <a:r>
              <a:t>あしなが育英会は「あしながウガンダ」で、現地の遺児の教育を実際に支えています。</a:t>
            </a:r>
          </a:p>
          <a:p>
            <a:r>
              <a:t>ゲームに出てきた「支援団体」のモデルは、これです。</a:t>
            </a:r>
          </a:p>
          <a:p/>
          <a:p>
            <a:r>
              <a:t>そしてAAI。アフリカの遺児を海外の大学へ送り出す奨学金です。</a:t>
            </a:r>
          </a:p>
          <a:p>
            <a:r>
              <a:t>カギはお金ではなく、まなびと——「志」。祖国に貢献するリーダーを育てる「約束」の仕組みです。</a:t>
            </a:r>
          </a:p>
          <a:p/>
          <a:p>
            <a:r>
              <a:t>ゲームでAAIを選んだ人は、お金を1円も払っていません。</a:t>
            </a:r>
          </a:p>
          <a:p>
            <a:r>
              <a:t>かわりに「志」の約束がついていました。25歳のいま、その人がどこで何をしていたか、読んでみてください。</a:t>
            </a:r>
          </a:p>
          <a:p/>
          <a:p>
            <a:r>
              <a:t>そして、その入り口に立っているのが——いま街頭に立っている、みなさんです。</a:t>
            </a:r>
          </a:p>
          <a:p/>
          <a:p>
            <a:r>
              <a:t>【ここで初めてAAIの「志の約束」を明かす。事前に言わないこと】</a:t>
            </a:r>
          </a:p>
          <a:p>
            <a:r>
              <a:t>【AAIを選んだ人がいれば「25歳のいま」を読み上げてもらう。いなくても成立する】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25. ここからは、検証です</a:t>
            </a:r>
          </a:p>
          <a:p/>
          <a:p>
            <a:r>
              <a:t>……で、ここからが本題です。</a:t>
            </a:r>
          </a:p>
          <a:p>
            <a:r>
              <a:t>このゲーム、まだ完成していません。今日はみなさんにテストプレイをしてもらいました。</a:t>
            </a:r>
          </a:p>
          <a:p>
            <a:r>
              <a:t>今度は「届ける側」として、いまの75分を振り返ってください。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26. 気になるところを、全部出してください</a:t>
            </a:r>
          </a:p>
          <a:p/>
          <a:p>
            <a:r>
              <a:t>4つの角度で聞かせてください。</a:t>
            </a:r>
          </a:p>
          <a:p>
            <a:r>
              <a:t>時間——25分で終わりましたか。長すぎた、短すぎたのはどこですか。</a:t>
            </a:r>
          </a:p>
          <a:p>
            <a:r>
              <a:t>つまずき——ルールで分からなかったこと、操作で迷ったところ。</a:t>
            </a:r>
          </a:p>
          <a:p>
            <a:r>
              <a:t>表現——「この言い方は違う」「強すぎる／弱すぎる」と感じたところ。</a:t>
            </a:r>
          </a:p>
          <a:p>
            <a:r>
              <a:t>届け方——これを高校生に届けるとしたら、何を削り、何を足しますか。</a:t>
            </a:r>
          </a:p>
          <a:p/>
          <a:p>
            <a:r>
              <a:t>それともうひとつ。今日は家庭カードを最初に6枚とも見せました。</a:t>
            </a:r>
          </a:p>
          <a:p>
            <a:r>
              <a:t>伏せたまま遊ぶと、結果発表の驚きは大きくなります。どちらがいいと思いますか。</a:t>
            </a:r>
          </a:p>
          <a:p/>
          <a:p>
            <a:r>
              <a:t>【チームで2分話してから全体で拾うと出やすい】</a:t>
            </a:r>
          </a:p>
          <a:p>
            <a:r>
              <a:t>【時間の実測は必ず記録する。「25分に収まるか」は未検証の最重要項目】</a:t>
            </a:r>
          </a:p>
          <a:p>
            <a:r>
              <a:t>【メモを取る係を決めておくこと。出た意見は README の「まだ決まっていないこと」に反映する】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27. 感想を聞かせてください</a:t>
            </a:r>
          </a:p>
          <a:p/>
          <a:p>
            <a:r>
              <a:t>最後に、感想を聞かせてください。うまく言葉にならなくてもかまいません。</a:t>
            </a:r>
          </a:p>
          <a:p/>
          <a:p>
            <a:r>
              <a:t>今日いちばん心に残った場面。自分のカードを見たときのこと、他の人のカードを知ったときのこと。</a:t>
            </a:r>
          </a:p>
          <a:p>
            <a:r>
              <a:t>街頭に立つときの言葉が、ひとつでも変わったなら——それを聞かせてください。</a:t>
            </a:r>
          </a:p>
          <a:p/>
          <a:p>
            <a:r>
              <a:t>【ここは問いを立てず、ざっくばらんに。手が挙がらなければ、スタッフが一人目を引き受ける】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28. ありがとうございました</a:t>
            </a:r>
          </a:p>
          <a:p/>
          <a:p>
            <a:r>
              <a:t>今日はありがとうございました。</a:t>
            </a:r>
          </a:p>
          <a:p>
            <a:r>
              <a:t>あなたの前にも、世界のどこかの子の前にも、まだ見ぬトビラがたくさんあります。</a:t>
            </a:r>
          </a:p>
          <a:p/>
          <a:p>
            <a:r>
              <a:t>## 会のあとにやること</a:t>
            </a:r>
          </a:p>
          <a:p/>
          <a:p>
            <a:r>
              <a:t>- [ ] 実測時間を README の「まだ決まっていないこと」に書く</a:t>
            </a:r>
          </a:p>
          <a:p>
            <a:r>
              <a:t>- [ ] 出た意見を分類（バグ／文言／バランス／進行）して、直すものを決める</a:t>
            </a:r>
          </a:p>
          <a:p>
            <a:r>
              <a:t>- [ ] 家庭カードを先に全部見せる構成でよかったか、学生の反応を記録する</a:t>
            </a:r>
          </a:p>
          <a:p>
            <a:r>
              <a:t>- [ ] 問いを5つに減らして27分で足りたかを記録する</a:t>
            </a:r>
          </a:p>
          <a:p>
            <a:r>
              <a:t>- [ ] ゲームの見た目を変えたら、slides/*.png を撮りなおす（手順は SLIDES_BRIEF.md）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6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1.png"/><Relationship Id="rId6" Type="http://schemas.openxmlformats.org/officeDocument/2006/relationships/image" Target="../media/image27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8.png"/><Relationship Id="rId4" Type="http://schemas.openxmlformats.org/officeDocument/2006/relationships/image" Target="../media/image41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1940" y="3518535"/>
            <a:ext cx="55321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850" y="4509135"/>
            <a:ext cx="84953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3408" y="5093018"/>
            <a:ext cx="18526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5093018"/>
            <a:ext cx="19735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2928" y="5093018"/>
            <a:ext cx="15697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5482" y="1602105"/>
            <a:ext cx="26889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0718" y="234410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0718" y="2989898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718" y="363664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718" y="4282440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718" y="492823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0718" y="557498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63102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44905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38738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32570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69267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4472" y="1963102"/>
            <a:ext cx="36099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6368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905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905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0200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738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738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4032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570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8595" y="4848225"/>
            <a:ext cx="57178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760" y="2101215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905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738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2570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2309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30918" y="3944302"/>
            <a:ext cx="6655118" cy="1323975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67362" y="192309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565082"/>
            <a:ext cx="85039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5168" y="3944302"/>
            <a:ext cx="7226618" cy="138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6082" y="5436870"/>
            <a:ext cx="78238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50" y="20621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47" y="1027748"/>
            <a:ext cx="2989675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3162" y="1027748"/>
            <a:ext cx="2989675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2277" y="1027748"/>
            <a:ext cx="2989675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47" y="3703320"/>
            <a:ext cx="2989675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2" y="3703320"/>
            <a:ext cx="2989675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2277" y="3703320"/>
            <a:ext cx="2989675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875" y="385762"/>
            <a:ext cx="40281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43275"/>
            <a:ext cx="32832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95" y="3343275"/>
            <a:ext cx="32804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3068" y="3343275"/>
            <a:ext cx="38080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3" y="6019800"/>
            <a:ext cx="40871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22" y="6019800"/>
            <a:ext cx="42129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882" y="6019800"/>
            <a:ext cx="37195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6012" y="6424612"/>
            <a:ext cx="89430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59718" y="1885950"/>
            <a:ext cx="34985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048" y="2526982"/>
            <a:ext cx="76228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4511040"/>
            <a:ext cx="67056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1676" y="1027748"/>
            <a:ext cx="8232648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5008" y="385762"/>
            <a:ext cx="26698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4166235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3〜4人で1チーム。その中で「ルームをつくる」係を1人決める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4123372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進行役の画面に6文字が出る。チームに口で伝え、ほかの人は「ルームに参加」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909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全員そろっても「ゲーム開始」はまだ押さない。⚠️のチェックボックスは触らない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4" name="Picture 13" descr="ea481504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b21aaf87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dadcd76f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9775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51760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9902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9202" y="2009775"/>
            <a:ext cx="41214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5355" y="3346132"/>
            <a:ext cx="131730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QRコードを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0120" y="3595688"/>
            <a:ext cx="1265872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ここに貼る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3170" y="3029902"/>
            <a:ext cx="32099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3860482"/>
            <a:ext cx="32099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22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人に見せない、隣をのぞかない。誰にどれが配られたかは最後まで秘密です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787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564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同じページを開き直せば復帰できます。ただし開始後の途中参加はできません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329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490" y="2148840"/>
            <a:ext cx="194310" cy="194310"/>
          </a:xfrm>
          <a:prstGeom prst="rect">
            <a:avLst/>
          </a:prstGeom>
        </p:spPr>
      </p:pic>
      <p:pic>
        <p:nvPicPr>
          <p:cNvPr id="17" name="Picture 16" descr="a3e3bfe9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225" y="4787265"/>
            <a:ext cx="178118" cy="178118"/>
          </a:xfrm>
          <a:prstGeom prst="rect">
            <a:avLst/>
          </a:prstGeom>
        </p:spPr>
      </p:pic>
      <p:pic>
        <p:nvPicPr>
          <p:cNvPr id="18" name="Picture 17" descr="1f11ed96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5645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425" y="1027807"/>
            <a:ext cx="8438198" cy="5273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89220" y="385762"/>
            <a:ext cx="38404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255" y="6424612"/>
            <a:ext cx="73504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45970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744278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078028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0410825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410325" y="5072062"/>
            <a:ext cx="290893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40955" y="5485448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5522" y="2045970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7648" y="2687955"/>
            <a:ext cx="5641658" cy="661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くりかえすのは、</a:t>
            </a: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この4つ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785" y="3624262"/>
            <a:ext cx="2505075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サイコロを転がす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795" y="4026218"/>
            <a:ext cx="3187065" cy="463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15歳から。それまでは「一歩すすむ」で1マスずつ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058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1440" y="3624262"/>
            <a:ext cx="2883218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止まったマスで、できごと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7592" y="4026218"/>
            <a:ext cx="3187065" cy="463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おしごと・しゅっぴ・できごと・まなび・トビラ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0808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29488" y="3624262"/>
            <a:ext cx="2788920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おかねと★まなびが動く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342" y="4026218"/>
            <a:ext cx="3187065" cy="260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増えることも、減ることもある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93605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42345" y="3624262"/>
            <a:ext cx="2308860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25歳でゴール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4140" y="4026218"/>
            <a:ext cx="3187065" cy="260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そのときの♥ハッピーで順位が決まる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7152" y="4764405"/>
            <a:ext cx="5941695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おかねも★まなびも、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それ自体は順位になりません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順位を決めるのは、ゴール時点の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♥ハッピー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です。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810" y="2185035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502" y="3695700"/>
            <a:ext cx="198120" cy="198120"/>
          </a:xfrm>
          <a:prstGeom prst="rect">
            <a:avLst/>
          </a:prstGeom>
        </p:spPr>
      </p:pic>
      <p:pic>
        <p:nvPicPr>
          <p:cNvPr id="25" name="Picture 24" descr="10d4f0b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158" y="3695700"/>
            <a:ext cx="198120" cy="198120"/>
          </a:xfrm>
          <a:prstGeom prst="rect">
            <a:avLst/>
          </a:prstGeom>
        </p:spPr>
      </p:pic>
      <p:pic>
        <p:nvPicPr>
          <p:cNvPr id="26" name="Picture 25" descr="706f2583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5205" y="3695700"/>
            <a:ext cx="198120" cy="198120"/>
          </a:xfrm>
          <a:prstGeom prst="rect">
            <a:avLst/>
          </a:prstGeom>
        </p:spPr>
      </p:pic>
      <p:pic>
        <p:nvPicPr>
          <p:cNvPr id="27" name="Picture 26" descr="278f8b25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8062" y="3695700"/>
            <a:ext cx="198120" cy="198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24550" y="2403158"/>
            <a:ext cx="23688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9441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2127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6262" y="4957762"/>
            <a:ext cx="49444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63" y="1503581"/>
            <a:ext cx="6194107" cy="3868935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130" y="1503581"/>
            <a:ext cx="6194107" cy="38689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7262" y="385762"/>
            <a:ext cx="46843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3660" y="5909310"/>
            <a:ext cx="17383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7945" y="3322320"/>
            <a:ext cx="8801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040" y="5909310"/>
            <a:ext cx="30622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945" y="6657022"/>
            <a:ext cx="319659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カギがいくつ必要かは、ここでは分からない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5380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カギが足りなければ「このトビラは開かなかった」。カギの要らない道は必ず選べる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6862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そもそも中身が見えない。選ぶことすらできない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8" name="Picture 17" descr="96066573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9" name="Picture 18" descr="5b29d22d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20" name="Picture 19" descr="2facab2a3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21" name="Picture 20" descr="37db8309e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94660" y="5664518"/>
            <a:ext cx="7726680" cy="1587818"/>
          </a:xfrm>
          <a:prstGeom prst="roundRect">
            <a:avLst>
              <a:gd name="adj" fmla="val 126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168" y="1027880"/>
            <a:ext cx="7225665" cy="4513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5895" y="385762"/>
            <a:ext cx="37061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8910" y="5664518"/>
            <a:ext cx="8298180" cy="164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40887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49905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320421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425767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63540" y="240887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0658" y="320421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5965" y="3188970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0658" y="425767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5965" y="424243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3370" y="4952048"/>
            <a:ext cx="55092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254698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85522" y="2001202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2062" y="2643188"/>
            <a:ext cx="35709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23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491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595" y="4124325"/>
            <a:ext cx="14163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7095" y="4124325"/>
            <a:ext cx="14449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8170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4711065"/>
            <a:ext cx="30403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8" y="4711065"/>
            <a:ext cx="22298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110" y="4711065"/>
            <a:ext cx="23793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922" y="5373052"/>
            <a:ext cx="12401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956" y="1027748"/>
            <a:ext cx="8237041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同数なら残ったお金。お金の多さでは決まらない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333946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誰がどこに生まれていたのかが、ここで分かる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借りた人はまだ返し終わっていない。ゴールは、終わりではなかった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4" name="Picture 13" descr="8ece8238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eea51cc2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a33551a2c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5baef69d5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610" y="1027748"/>
            <a:ext cx="7117828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172" y="5597842"/>
            <a:ext cx="101927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8370" y="2467928"/>
            <a:ext cx="16992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208" y="3093720"/>
            <a:ext cx="88715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9540" y="4892992"/>
            <a:ext cx="60759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5512" y="2467928"/>
            <a:ext cx="17049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8408" y="3093720"/>
            <a:ext cx="87191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5415" y="4892992"/>
            <a:ext cx="35032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2655" y="2467928"/>
            <a:ext cx="17106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8450" y="3093720"/>
            <a:ext cx="80400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0750" y="2467928"/>
            <a:ext cx="17135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7995" y="3093720"/>
            <a:ext cx="77009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9725" y="4892992"/>
            <a:ext cx="31146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3608" y="2467928"/>
            <a:ext cx="17087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6175" y="3093720"/>
            <a:ext cx="63426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607820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320415" y="3628072"/>
            <a:ext cx="158115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80672" y="3628072"/>
            <a:ext cx="2406968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65795" y="3628072"/>
            <a:ext cx="212979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096827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11165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8830" y="1607820"/>
            <a:ext cx="24622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9118" y="2248852"/>
            <a:ext cx="49787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6122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生まれの差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6122" y="4215765"/>
            <a:ext cx="16906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4400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4975" y="3820478"/>
            <a:ext cx="213741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見える世界の差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6380" y="4215765"/>
            <a:ext cx="25155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9522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4870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実る場の差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502" y="4215765"/>
            <a:ext cx="22383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55" y="4789170"/>
            <a:ext cx="77314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9" name="Picture 18" descr="995d0a3b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118" y="174593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735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11455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226885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32748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3087052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50658" y="413956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38725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50658" y="519303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67362" y="147351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0658" y="226885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965" y="225361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0658" y="3087052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5965" y="3071812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0658" y="413956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5965" y="4124325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50658" y="519303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5965" y="5177790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330" y="5887402"/>
            <a:ext cx="91963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50" y="16125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71185" y="2394585"/>
            <a:ext cx="28765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7078" y="3036570"/>
            <a:ext cx="71418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5640" y="4415790"/>
            <a:ext cx="72837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558" y="2127885"/>
            <a:ext cx="45358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7223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3338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693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586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5710" y="4682490"/>
            <a:ext cx="61655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53025" y="2187892"/>
            <a:ext cx="39138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8110" y="2829878"/>
            <a:ext cx="58597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685" y="4209098"/>
            <a:ext cx="88506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02380" y="3676650"/>
            <a:ext cx="61121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2432" y="4537710"/>
            <a:ext cx="52701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