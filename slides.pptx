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63102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44905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38738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32570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69267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63102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6368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905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905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738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738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4032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570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48225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101215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905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738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2570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2309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30918" y="3944302"/>
            <a:ext cx="6655118" cy="1323975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2309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65082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5168" y="3944302"/>
            <a:ext cx="7226618" cy="138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36870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621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47" y="1027748"/>
            <a:ext cx="2989675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162" y="1027748"/>
            <a:ext cx="2989675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2277" y="1027748"/>
            <a:ext cx="2989675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47" y="3703320"/>
            <a:ext cx="2989675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3162" y="3703320"/>
            <a:ext cx="2989675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2277" y="3703320"/>
            <a:ext cx="2989675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676" y="1027748"/>
            <a:ext cx="8232648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4166235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3〜4人で1チーム。その中で「ルームをつくる」係を1人決める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4123372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進行役の画面に6文字が出る。チームに口で伝え、ほかの人は「ルームに参加」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909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全員そろっても「ゲーム開始」はまだ押さない。⚠️のチェックボックスは触らない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4" name="Picture 13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9775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51760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9902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9775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46132"/>
            <a:ext cx="131730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0120" y="3595688"/>
            <a:ext cx="1265872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029902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3860482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22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人に見せない、隣をのぞかない。誰にどれが配られたかは最後まで秘密です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787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564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同じページを開き直せば復帰できます。ただし開始後の途中参加はできません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329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48840"/>
            <a:ext cx="194310" cy="194310"/>
          </a:xfrm>
          <a:prstGeom prst="rect">
            <a:avLst/>
          </a:prstGeom>
        </p:spPr>
      </p:pic>
      <p:pic>
        <p:nvPicPr>
          <p:cNvPr id="17" name="Picture 16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225" y="4787265"/>
            <a:ext cx="178118" cy="178118"/>
          </a:xfrm>
          <a:prstGeom prst="rect">
            <a:avLst/>
          </a:prstGeom>
        </p:spPr>
      </p:pic>
      <p:pic>
        <p:nvPicPr>
          <p:cNvPr id="18" name="Picture 17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645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807"/>
            <a:ext cx="8438198" cy="5273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3" y="1503581"/>
            <a:ext cx="6194107" cy="3868935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503581"/>
            <a:ext cx="6194107" cy="3868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90931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22320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90931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945" y="6657022"/>
            <a:ext cx="319659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カギがいくつ必要かは、ここでは分からない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5380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カギが足りなければ「このトビラは開かなかった」。カギの要らない道は必ず選べる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6862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そもそも中身が見えない。選ぶことすらできない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8" name="Picture 17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9" name="Picture 18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20" name="Picture 19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21" name="Picture 20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94660" y="5664518"/>
            <a:ext cx="7726680" cy="1587818"/>
          </a:xfrm>
          <a:prstGeom prst="roundRect">
            <a:avLst>
              <a:gd name="adj" fmla="val 126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168" y="1027880"/>
            <a:ext cx="7225665" cy="45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8910" y="5664518"/>
            <a:ext cx="8298180" cy="164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40887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49905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320421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425767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40887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0658" y="320421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5965" y="3188970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658" y="425767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5965" y="424243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5204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4698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956" y="1027748"/>
            <a:ext cx="8237041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同数なら残ったお金。お金の多さでは決まらない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333946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誰がどこに生まれていたのかが、ここで分かる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借りた人はまだ返し終わっていない。ゴールは、終わりではなかった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4" name="Picture 13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610" y="1027748"/>
            <a:ext cx="7117828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607820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320415" y="3628072"/>
            <a:ext cx="158115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80672" y="3628072"/>
            <a:ext cx="2406968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65795" y="3628072"/>
            <a:ext cx="212979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096827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11165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607820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48852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612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612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400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9522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487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50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89170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4593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735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11455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226885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32748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3087052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50658" y="413956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38725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50658" y="519303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735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0658" y="226885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965" y="225361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0658" y="3087052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5965" y="3071812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658" y="413956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5965" y="4124325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50658" y="519303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5965" y="5177790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8874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6125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