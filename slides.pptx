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1940" y="3518535"/>
            <a:ext cx="55321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850" y="4509135"/>
            <a:ext cx="84953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3408" y="5093018"/>
            <a:ext cx="18526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5093018"/>
            <a:ext cx="19735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2928" y="5093018"/>
            <a:ext cx="15697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5482" y="1602105"/>
            <a:ext cx="26889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0718" y="234410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0718" y="2989898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718" y="363664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718" y="4282440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718" y="492823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0718" y="557498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53578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54430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48262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42095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78792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4472" y="1953578"/>
            <a:ext cx="36099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5892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430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430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725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8262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262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558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2095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2095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8595" y="4857750"/>
            <a:ext cx="57178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091690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430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2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2095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13572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21392" y="3934778"/>
            <a:ext cx="6674168" cy="1343025"/>
          </a:xfrm>
          <a:prstGeom prst="roundRect">
            <a:avLst>
              <a:gd name="adj" fmla="val 14936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67362" y="1913572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555558"/>
            <a:ext cx="85039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35642" y="3934778"/>
            <a:ext cx="7245668" cy="1400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6082" y="5446395"/>
            <a:ext cx="78238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5263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7748"/>
            <a:ext cx="4194810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595" y="1027748"/>
            <a:ext cx="4194810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0" y="1027748"/>
            <a:ext cx="4194810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03320"/>
            <a:ext cx="4194810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0595" y="3703320"/>
            <a:ext cx="4194810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9710" y="3703320"/>
            <a:ext cx="4194810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875" y="385762"/>
            <a:ext cx="40281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43275"/>
            <a:ext cx="32832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95" y="3343275"/>
            <a:ext cx="32804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3068" y="3343275"/>
            <a:ext cx="38080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3" y="6019800"/>
            <a:ext cx="40871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22" y="6019800"/>
            <a:ext cx="42129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882" y="6019800"/>
            <a:ext cx="37195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6012" y="6424612"/>
            <a:ext cx="89430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59718" y="1885950"/>
            <a:ext cx="34985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048" y="2526982"/>
            <a:ext cx="76228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4511040"/>
            <a:ext cx="67056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535" y="1027748"/>
            <a:ext cx="8202930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5008" y="385762"/>
            <a:ext cx="26698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1" name="Picture 10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0250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42235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0378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9202" y="2000250"/>
            <a:ext cx="41214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3170" y="3020378"/>
            <a:ext cx="32099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3170" y="3850958"/>
            <a:ext cx="32099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4757738"/>
            <a:ext cx="49263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2820" y="4757738"/>
            <a:ext cx="49263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2" name="Picture 11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39315"/>
            <a:ext cx="194310" cy="194310"/>
          </a:xfrm>
          <a:prstGeom prst="rect">
            <a:avLst/>
          </a:prstGeom>
        </p:spPr>
      </p:pic>
      <p:pic>
        <p:nvPicPr>
          <p:cNvPr id="13" name="Picture 12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787265"/>
            <a:ext cx="178118" cy="178118"/>
          </a:xfrm>
          <a:prstGeom prst="rect">
            <a:avLst/>
          </a:prstGeom>
        </p:spPr>
      </p:pic>
      <p:pic>
        <p:nvPicPr>
          <p:cNvPr id="14" name="Picture 13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748"/>
            <a:ext cx="8438198" cy="5273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89220" y="385762"/>
            <a:ext cx="38404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255" y="6424612"/>
            <a:ext cx="73504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24550" y="2403158"/>
            <a:ext cx="23688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9441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2127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6262" y="4957762"/>
            <a:ext cx="49444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027748"/>
            <a:ext cx="6194108" cy="4801552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027748"/>
            <a:ext cx="6194108" cy="4801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7262" y="385762"/>
            <a:ext cx="46843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3660" y="5890260"/>
            <a:ext cx="17383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7945" y="3312795"/>
            <a:ext cx="8801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040" y="5890260"/>
            <a:ext cx="30622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5" name="Picture 14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7" name="Picture 16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8" name="Picture 17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85135" y="5645468"/>
            <a:ext cx="7745730" cy="1606868"/>
          </a:xfrm>
          <a:prstGeom prst="roundRect">
            <a:avLst>
              <a:gd name="adj" fmla="val 1248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408" y="1027748"/>
            <a:ext cx="7195185" cy="4494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5895" y="385762"/>
            <a:ext cx="37061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9385" y="5645468"/>
            <a:ext cx="8317230" cy="16640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38982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30855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319468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426720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63540" y="238982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0182" y="319468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490" y="3179445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182" y="426720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490" y="4251960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3370" y="4971098"/>
            <a:ext cx="55092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2793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85522" y="2001202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2062" y="2643188"/>
            <a:ext cx="35709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23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491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595" y="4124325"/>
            <a:ext cx="14163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7095" y="4124325"/>
            <a:ext cx="14449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8170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4711065"/>
            <a:ext cx="30403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8" y="4711065"/>
            <a:ext cx="22298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110" y="4711065"/>
            <a:ext cx="23793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922" y="5373052"/>
            <a:ext cx="12401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630" y="1027748"/>
            <a:ext cx="8207692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1" name="Picture 10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508" y="1027748"/>
            <a:ext cx="7118032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172" y="5597842"/>
            <a:ext cx="101927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8370" y="2467928"/>
            <a:ext cx="16992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208" y="3093720"/>
            <a:ext cx="88715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9540" y="4892992"/>
            <a:ext cx="60759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5512" y="2467928"/>
            <a:ext cx="17049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8408" y="3093720"/>
            <a:ext cx="87191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5415" y="4892992"/>
            <a:ext cx="35032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2655" y="2467928"/>
            <a:ext cx="17106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8450" y="3093720"/>
            <a:ext cx="80400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0750" y="2467928"/>
            <a:ext cx="17135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7995" y="3093720"/>
            <a:ext cx="77009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9725" y="4892992"/>
            <a:ext cx="31146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3608" y="2467928"/>
            <a:ext cx="17087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6175" y="3093720"/>
            <a:ext cx="63426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598295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291840" y="3618548"/>
            <a:ext cx="160020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71148" y="3618548"/>
            <a:ext cx="2426018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75320" y="3618548"/>
            <a:ext cx="214884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106352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20690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8830" y="1598295"/>
            <a:ext cx="24622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9118" y="2239328"/>
            <a:ext cx="49787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7072" y="4215765"/>
            <a:ext cx="16906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4875" y="3618548"/>
            <a:ext cx="8334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6380" y="4215765"/>
            <a:ext cx="25155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9048" y="3618548"/>
            <a:ext cx="8334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0552" y="4215765"/>
            <a:ext cx="22383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2755" y="4798695"/>
            <a:ext cx="77314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3640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354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07645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224028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13698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3077528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0182" y="414909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57775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60182" y="522160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67362" y="143541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0182" y="224028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490" y="2225040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182" y="3077528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490" y="3062288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0182" y="414909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490" y="4133850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182" y="522160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490" y="5206365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330" y="5925502"/>
            <a:ext cx="91963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5744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71185" y="2394585"/>
            <a:ext cx="28765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7078" y="3036570"/>
            <a:ext cx="71418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5640" y="4415790"/>
            <a:ext cx="72837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558" y="2127885"/>
            <a:ext cx="45358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7223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3338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693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586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5710" y="4682490"/>
            <a:ext cx="61655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53025" y="2187892"/>
            <a:ext cx="39138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8110" y="2829878"/>
            <a:ext cx="58597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685" y="4209098"/>
            <a:ext cx="88506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02380" y="3676650"/>
            <a:ext cx="61121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2432" y="4537710"/>
            <a:ext cx="52701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